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PzywWDZzsQP8eKtrDWRy98Y5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b97f2c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dcb97f2cc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b97f2cc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dcb97f2cc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cb97f2c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dcb97f2cc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b97f2cc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dcb97f2cc0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23" name="Google Shape;23;p2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45402" y="-431175"/>
            <a:ext cx="9017212" cy="644891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1493429" y="5868560"/>
            <a:ext cx="36306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D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Fakultas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Teknik dan Informatika</a:t>
            </a:r>
            <a:endParaRPr b="0" i="0" sz="1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948362" y="5834620"/>
            <a:ext cx="25148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Program Studi: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Teknik Informatika</a:t>
            </a:r>
            <a:endParaRPr b="0" i="0" sz="1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504525" y="1719738"/>
            <a:ext cx="8307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D" sz="5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TUGAS BESAR</a:t>
            </a:r>
            <a:endParaRPr b="1" i="0" sz="5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ID" sz="5400">
                <a:solidFill>
                  <a:srgbClr val="002060"/>
                </a:solidFill>
              </a:rPr>
              <a:t>PEMROGRAMAN BASIS DATA</a:t>
            </a:r>
            <a:endParaRPr b="1" i="0" sz="5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868" y="340519"/>
            <a:ext cx="2431858" cy="624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2349899" y="269525"/>
            <a:ext cx="749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ID" sz="35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TUGAS BESAR</a:t>
            </a:r>
            <a:endParaRPr b="1" i="0" sz="35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72175" y="1198200"/>
            <a:ext cx="10662600" cy="4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Target: Dikumpulkan saat </a:t>
            </a:r>
            <a:r>
              <a:rPr lang="en-ID" sz="2100">
                <a:solidFill>
                  <a:schemeClr val="dk1"/>
                </a:solidFill>
              </a:rPr>
              <a:t>UAS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Jadwal Presentasi: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1,2 pada pertemuan ke-10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3,4 pada pertemuan ke-11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5,6 pada pertemuan ke-12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100">
                <a:solidFill>
                  <a:schemeClr val="dk1"/>
                </a:solidFill>
              </a:rPr>
              <a:t>Kelompok 7,8 </a:t>
            </a:r>
            <a:r>
              <a:rPr lang="en-ID" sz="2100">
                <a:solidFill>
                  <a:schemeClr val="dk1"/>
                </a:solidFill>
              </a:rPr>
              <a:t>pada pertemuan ke-13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D" sz="2100">
                <a:solidFill>
                  <a:schemeClr val="dk1"/>
                </a:solidFill>
              </a:rPr>
              <a:t>Kelompok 9,10 </a:t>
            </a:r>
            <a:r>
              <a:rPr lang="en-ID" sz="2100">
                <a:solidFill>
                  <a:schemeClr val="dk1"/>
                </a:solidFill>
              </a:rPr>
              <a:t>pada pertemuan ke-14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ID" sz="2100">
                <a:solidFill>
                  <a:schemeClr val="dk1"/>
                </a:solidFill>
              </a:rPr>
              <a:t>Kelompok 11,12 pada pertemuan ke-15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dcb97f2cc0_0_0" title="Screenshot 2026-04-02 at 18.54.28.png"/>
          <p:cNvPicPr preferRelativeResize="0"/>
          <p:nvPr/>
        </p:nvPicPr>
        <p:blipFill rotWithShape="1">
          <a:blip r:embed="rId3">
            <a:alphaModFix/>
          </a:blip>
          <a:srcRect b="0" l="0" r="28156" t="0"/>
          <a:stretch/>
        </p:blipFill>
        <p:spPr>
          <a:xfrm>
            <a:off x="862638" y="2231725"/>
            <a:ext cx="10466727" cy="102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dcb97f2cc0_0_7" title="Screenshot 2026-04-02 at 18.55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6825"/>
            <a:ext cx="11887199" cy="5087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dcb97f2cc0_0_23" title="Screenshot 2026-04-02 at 18.55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88" y="1524000"/>
            <a:ext cx="10681826" cy="28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dcb97f2cc0_0_29" title="Screenshot 2026-04-02 at 18.56.15.png"/>
          <p:cNvPicPr preferRelativeResize="0"/>
          <p:nvPr/>
        </p:nvPicPr>
        <p:blipFill rotWithShape="1">
          <a:blip r:embed="rId3">
            <a:alphaModFix/>
          </a:blip>
          <a:srcRect b="0" l="0" r="28233" t="0"/>
          <a:stretch/>
        </p:blipFill>
        <p:spPr>
          <a:xfrm>
            <a:off x="1939163" y="1357025"/>
            <a:ext cx="8313676" cy="27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2022-01-11T05:25:42Z</dcterms:created>
  <dc:creator>Microsoft Office User</dc:creator>
</cp:coreProperties>
</file>